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01-chair.mp3" ContentType="audio/mpeg"/>
  <Override PartName="/ppt/media/02-table.mp3" ContentType="audio/mpeg"/>
  <Override PartName="/ppt/media/03-bed.mp3" ContentType="audio/mpeg"/>
  <Override PartName="/ppt/media/04-lamp.mp3" ContentType="audio/mpeg"/>
  <Override PartName="/ppt/media/05-clock.mp3" ContentType="audio/mpeg"/>
  <Override PartName="/ppt/media/06-door.mp3" ContentType="audio/mpeg"/>
  <Override PartName="/ppt/media/07-book.mp3" ContentType="audio/mpeg"/>
  <Override PartName="/ppt/media/08-pencil.mp3" ContentType="audio/mpeg"/>
  <Override PartName="/ppt/media/09-backpack.mp3" ContentType="audio/mpeg"/>
  <Override PartName="/ppt/media/10-ball.mp3" ContentType="audio/mpeg"/>
  <Override PartName="/ppt/media/11-cup.mp3" ContentType="audio/mpeg"/>
  <Override PartName="/ppt/media/12-spoon.mp3" ContentType="audio/mpeg"/>
  <Override PartName="/ppt/media/13-toothbrush.mp3" ContentType="audio/mpeg"/>
  <Override PartName="/ppt/media/14-shoes.mp3" ContentType="audio/mpeg"/>
  <Override PartName="/ppt/media/15-hat.mp3" ContentType="audio/mpeg"/>
  <Override PartName="/ppt/media/16-umbrella.mp3" ContentType="audio/mpeg"/>
  <Override PartName="/ppt/media/17-bicycle.mp3" ContentType="audio/mpeg"/>
  <Override PartName="/ppt/media/18-teddy-bear.mp3" ContentType="audio/mpeg"/>
  <Override PartName="/ppt/media/19-glasses.mp3" ContentType="audio/mpeg"/>
  <Override PartName="/ppt/media/20-watch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audio" Target="../media/01-chair.mp3"/><Relationship Id="rId4" Type="http://schemas.microsoft.com/office/2007/relationships/media" Target="../media/01-chair.mp3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audio" Target="../media/02-table.mp3"/><Relationship Id="rId4" Type="http://schemas.microsoft.com/office/2007/relationships/media" Target="../media/02-table.mp3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audio" Target="../media/03-bed.mp3"/><Relationship Id="rId4" Type="http://schemas.microsoft.com/office/2007/relationships/media" Target="../media/03-bed.mp3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audio" Target="../media/04-lamp.mp3"/><Relationship Id="rId4" Type="http://schemas.microsoft.com/office/2007/relationships/media" Target="../media/04-lamp.mp3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audio" Target="../media/05-clock.mp3"/><Relationship Id="rId4" Type="http://schemas.microsoft.com/office/2007/relationships/media" Target="../media/05-clock.mp3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audio" Target="../media/06-door.mp3"/><Relationship Id="rId4" Type="http://schemas.microsoft.com/office/2007/relationships/media" Target="../media/06-door.mp3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audio" Target="../media/07-book.mp3"/><Relationship Id="rId4" Type="http://schemas.microsoft.com/office/2007/relationships/media" Target="../media/07-book.mp3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audio" Target="../media/08-pencil.mp3"/><Relationship Id="rId4" Type="http://schemas.microsoft.com/office/2007/relationships/media" Target="../media/08-pencil.mp3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audio" Target="../media/09-backpack.mp3"/><Relationship Id="rId4" Type="http://schemas.microsoft.com/office/2007/relationships/media" Target="../media/09-backpack.mp3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audio" Target="../media/10-ball.mp3"/><Relationship Id="rId4" Type="http://schemas.microsoft.com/office/2007/relationships/media" Target="../media/10-ball.mp3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audio" Target="../media/11-cup.mp3"/><Relationship Id="rId4" Type="http://schemas.microsoft.com/office/2007/relationships/media" Target="../media/11-cup.mp3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audio" Target="../media/12-spoon.mp3"/><Relationship Id="rId4" Type="http://schemas.microsoft.com/office/2007/relationships/media" Target="../media/12-spoon.mp3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audio" Target="../media/13-toothbrush.mp3"/><Relationship Id="rId4" Type="http://schemas.microsoft.com/office/2007/relationships/media" Target="../media/13-toothbrush.mp3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audio" Target="../media/14-shoes.mp3"/><Relationship Id="rId4" Type="http://schemas.microsoft.com/office/2007/relationships/media" Target="../media/14-shoes.mp3"/><Relationship Id="rId5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audio" Target="../media/15-hat.mp3"/><Relationship Id="rId4" Type="http://schemas.microsoft.com/office/2007/relationships/media" Target="../media/15-hat.mp3"/><Relationship Id="rId5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audio" Target="../media/16-umbrella.mp3"/><Relationship Id="rId4" Type="http://schemas.microsoft.com/office/2007/relationships/media" Target="../media/16-umbrella.mp3"/><Relationship Id="rId5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audio" Target="../media/17-bicycle.mp3"/><Relationship Id="rId4" Type="http://schemas.microsoft.com/office/2007/relationships/media" Target="../media/17-bicycle.mp3"/><Relationship Id="rId5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audio" Target="../media/18-teddy-bear.mp3"/><Relationship Id="rId4" Type="http://schemas.microsoft.com/office/2007/relationships/media" Target="../media/18-teddy-bear.mp3"/><Relationship Id="rId5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audio" Target="../media/19-glasses.mp3"/><Relationship Id="rId4" Type="http://schemas.microsoft.com/office/2007/relationships/media" Target="../media/19-glasses.mp3"/><Relationship Id="rId5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audio" Target="../media/20-watch.mp3"/><Relationship Id="rId4" Type="http://schemas.microsoft.com/office/2007/relationships/media" Target="../media/20-watch.mp3"/><Relationship Id="rId5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1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ttle-wonders-stamp-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696712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2" descr="p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3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01-chair" descr="Play: 01-chair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4" descr="p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02-table" descr="Play: 02-table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5" descr="p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03-bed" descr="Play: 03-bed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6" descr="p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04-lamp" descr="Play: 04-lamp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7" descr="p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05-clock" descr="Play: 05-clock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8" descr="p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06-door" descr="Play: 06-door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9" descr="p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07-book" descr="Play: 07-book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10" descr="p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08-pencil" descr="Play: 08-pencil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11" descr="p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09-backpack" descr="Play: 09-backpack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12" descr="p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10-ball" descr="Play: 10-ball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13" descr="p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11-cup" descr="Play: 11-cup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14" descr="p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12-spoon" descr="Play: 12-spoon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15" descr="p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13-toothbrush" descr="Play: 13-toothbrush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16" descr="p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14-shoes" descr="Play: 14-shoes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17" descr="p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15-hat" descr="Play: 15-hat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18" descr="p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16-umbrella" descr="Play: 16-umbrella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19" descr="p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17-bicycle" descr="Play: 17-bicycle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20" descr="p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18-teddy-bear" descr="Play: 18-teddy-bear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21" descr="p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19-glasses" descr="Play: 19-glasses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22" descr="p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ay 20-watch" descr="Play: 20-watch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5328" y="4992624"/>
            <a:ext cx="658368" cy="658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23" descr="p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24" descr="p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25" descr="p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26" descr="p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27" descr="p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28" descr="p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29" descr="p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30" descr="p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 31" descr="p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ittle-wonders-stamp-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696712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